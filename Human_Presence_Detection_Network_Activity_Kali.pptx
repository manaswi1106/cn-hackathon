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7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4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9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7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7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7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5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0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0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5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1818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49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47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2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14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8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9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150" y="149305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Human Presence Detection Through</a:t>
            </a:r>
          </a:p>
          <a:p>
            <a:r>
              <a:rPr dirty="0"/>
              <a:t>Network Activity Analysis</a:t>
            </a:r>
          </a:p>
          <a:p>
            <a:r>
              <a:rPr dirty="0"/>
              <a:t>Using Kali Linux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EDD6EE-C8AC-1028-B3BD-219289B94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72" y="2984777"/>
            <a:ext cx="7429499" cy="354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Presented by:</a:t>
            </a:r>
          </a:p>
          <a:p>
            <a:pPr marL="0" indent="0">
              <a:buNone/>
            </a:pPr>
            <a:r>
              <a:rPr lang="en-US" dirty="0"/>
              <a:t>G. Manaswi</a:t>
            </a:r>
          </a:p>
          <a:p>
            <a:pPr marL="0" indent="0">
              <a:buNone/>
            </a:pPr>
            <a:r>
              <a:rPr lang="en-US" dirty="0"/>
              <a:t>M. Aruna Grace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detect human presence through network activity patterns</a:t>
            </a:r>
          </a:p>
          <a:p>
            <a:r>
              <a:t>To monitor DNS, ARP, and ICMP traffic</a:t>
            </a:r>
          </a:p>
          <a:p>
            <a:r>
              <a:t>To analyze traffic variations during user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devices connected to local network</a:t>
            </a:r>
          </a:p>
          <a:p>
            <a:r>
              <a:t>Monitor real-time network traffic</a:t>
            </a:r>
          </a:p>
          <a:p>
            <a:r>
              <a:t>Compare low and high activity scenarios</a:t>
            </a:r>
          </a:p>
          <a:p>
            <a:r>
              <a:t>Infer human presence from traffic spikes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Operating System: Kali Linux</a:t>
            </a:r>
          </a:p>
          <a:p>
            <a:r>
              <a:t>Wireshark (Packet Analysis)</a:t>
            </a:r>
          </a:p>
          <a:p>
            <a:r>
              <a:t>tcpdump (Traffic Monitoring)</a:t>
            </a:r>
          </a:p>
          <a:p>
            <a:r>
              <a:t>netdiscover (Device Discovery)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Laptop with Kali Linux (VM or Installed)</a:t>
            </a:r>
          </a:p>
          <a:p>
            <a:r>
              <a:t>Active WiFi connection</a:t>
            </a:r>
          </a:p>
          <a:p>
            <a:r>
              <a:t>Local router/network access</a:t>
            </a:r>
          </a:p>
          <a:p>
            <a:r>
              <a:t>Basic terminal knowledge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-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devices in network:</a:t>
            </a:r>
          </a:p>
          <a:p>
            <a:r>
              <a:t>sudo netdiscover</a:t>
            </a:r>
          </a:p>
          <a:p>
            <a:endParaRPr/>
          </a:p>
          <a:p>
            <a:r>
              <a:t>Identify IP addresses of active devices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-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Wireshark</a:t>
            </a:r>
          </a:p>
          <a:p>
            <a:r>
              <a:t>Apply filter: arp || dns || icmp</a:t>
            </a:r>
          </a:p>
          <a:p>
            <a:endParaRPr/>
          </a:p>
          <a:p>
            <a:r>
              <a:t>Monitor packet flow in real-time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1: No user activity (Idle network)</a:t>
            </a:r>
          </a:p>
          <a:p>
            <a:r>
              <a:t>Observe low packet count</a:t>
            </a:r>
          </a:p>
          <a:p>
            <a:endParaRPr/>
          </a:p>
          <a:p>
            <a:r>
              <a:t>Case 2: User opens apps/websites</a:t>
            </a:r>
          </a:p>
          <a:p>
            <a:r>
              <a:t>Observe DNS and ARP spikes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Idle state shows minimal traffic</a:t>
            </a:r>
          </a:p>
          <a:p>
            <a:r>
              <a:t>Human activity increases DNS queries</a:t>
            </a:r>
          </a:p>
          <a:p>
            <a:r>
              <a:t>More active users = more packet generation</a:t>
            </a:r>
          </a:p>
          <a:p>
            <a:r>
              <a:t>Traffic variation indicates presence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traffic patterns change with user interaction</a:t>
            </a:r>
          </a:p>
          <a:p>
            <a:r>
              <a:t>Presence inferred from packet frequency</a:t>
            </a:r>
          </a:p>
          <a:p>
            <a:r>
              <a:t>DNS activity strongly correlates with browsing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presence can be inferred via network behavior</a:t>
            </a:r>
          </a:p>
          <a:p>
            <a:r>
              <a:t>No special hardware required</a:t>
            </a:r>
          </a:p>
          <a:p>
            <a:r>
              <a:t>Kali Linux tools enable effective traffic analysis</a:t>
            </a:r>
          </a:p>
          <a:p>
            <a:r>
              <a:t>Practical and real-world applicable method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traffic threshold detection</a:t>
            </a:r>
          </a:p>
          <a:p>
            <a:r>
              <a:t>Real-time alert system</a:t>
            </a:r>
          </a:p>
          <a:p>
            <a:r>
              <a:t>Graph-based traffic visualization</a:t>
            </a:r>
          </a:p>
          <a:p>
            <a:r>
              <a:t>Integration with intrusion detection systems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</TotalTime>
  <Words>264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Human Presence Detection Through Network Activity Analysis Using Kali Linux</vt:lpstr>
      <vt:lpstr>Project Aim</vt:lpstr>
      <vt:lpstr>Project Objectives</vt:lpstr>
      <vt:lpstr>Tools Used</vt:lpstr>
      <vt:lpstr>System Requirements</vt:lpstr>
      <vt:lpstr>Methodology - Step 1</vt:lpstr>
      <vt:lpstr>Methodology - Step 2</vt:lpstr>
      <vt:lpstr>Experimental Procedure</vt:lpstr>
      <vt:lpstr>Observation &amp; Analysis</vt:lpstr>
      <vt:lpstr>Results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Sridhar M R V N</cp:lastModifiedBy>
  <cp:revision>2</cp:revision>
  <dcterms:created xsi:type="dcterms:W3CDTF">2013-01-27T09:14:16Z</dcterms:created>
  <dcterms:modified xsi:type="dcterms:W3CDTF">2026-02-17T04:12:29Z</dcterms:modified>
  <cp:category/>
</cp:coreProperties>
</file>